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0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Reg. No.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Guide Name, School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 ·  30.09.2026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mandatory before every review. After signing, scan this slide and keep the scanned copy as Slide 1 of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Recap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recap: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Refinements after Review-I feedback: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15 recent papers. Duplicate this slide as needed; conclude with research gaps identified.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developed and integrated: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implemented: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snippets (if applicable):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(75%)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Remaining Work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and solutions: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(25%):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for completion by Review-III (28.10.2026):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Author, B. Author, “Paper title,” Journal Name, vol. X, no. Y, pp. 1–10, 2025.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C. Author, “Paper title,” in Proc. Conference Name, City, 2024, pp. 11–20.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...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IEEE format. Every reference listed must be cited in the slides / report.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  ·  SENSE  ·  VIT Chennai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344</Words>
  <Application>Microsoft Macintosh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kandan</cp:lastModifiedBy>
  <cp:revision>2</cp:revision>
  <dcterms:created xsi:type="dcterms:W3CDTF">2026-08-27T09:57:11Z</dcterms:created>
  <dcterms:modified xsi:type="dcterms:W3CDTF">2026-09-23T05:52:39Z</dcterms:modified>
</cp:coreProperties>
</file>